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Promo Coherence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BFE"/>
                </a:solidFill>
              </a:defRPr>
            </a:pPr>
            <a:r>
              <a:t>Prevent promotion mispricing before go-live (Deterministic + Gemini explanations)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7150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303520" cy="5257800"/>
          </a:xfrm>
          <a:prstGeom prst="roundRect">
            <a:avLst/>
          </a:prstGeom>
          <a:solidFill>
            <a:srgbClr val="E6F2FF"/>
          </a:solidFill>
          <a:ln>
            <a:solidFill>
              <a:srgbClr val="A6C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1874519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81328"/>
            <a:ext cx="20116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74519"/>
            <a:ext cx="5257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Teams configure promos across multiple systems at the same time.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Web, app, POS and ERP rules are managed separately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Stacking and time-window overlaps are hard to spot manually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A SKU can drop below floor price or margin in production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Issues are found late, causing avoidable trading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874519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Catch conflicts before launch in one quick scan.</a:t>
            </a:r>
          </a:p>
          <a:p>
            <a:pPr>
              <a:spcBef>
                <a:spcPts val="800"/>
              </a:spcBef>
              <a:defRPr sz="1600">
                <a:solidFill>
                  <a:srgbClr val="1E3A8A"/>
                </a:solidFill>
              </a:defRPr>
            </a:pPr>
            <a:r>
              <a:t>Upload promotion JSONL and pricing CSV/Excel</a:t>
            </a:r>
          </a:p>
          <a:p>
            <a:pPr>
              <a:spcBef>
                <a:spcPts val="800"/>
              </a:spcBef>
              <a:defRPr sz="1600">
                <a:solidFill>
                  <a:srgbClr val="1E3A8A"/>
                </a:solidFill>
              </a:defRPr>
            </a:pPr>
            <a:r>
              <a:t>Deterministic rules detect conflicts with full evidence</a:t>
            </a:r>
          </a:p>
          <a:p>
            <a:pPr>
              <a:spcBef>
                <a:spcPts val="800"/>
              </a:spcBef>
              <a:defRPr sz="1600">
                <a:solidFill>
                  <a:srgbClr val="1E3A8A"/>
                </a:solidFill>
              </a:defRPr>
            </a:pPr>
            <a:r>
              <a:t>Gemini writes plain-English impact and recommended fixes</a:t>
            </a:r>
          </a:p>
          <a:p>
            <a:pPr>
              <a:spcBef>
                <a:spcPts val="800"/>
              </a:spcBef>
              <a:defRPr sz="1600">
                <a:solidFill>
                  <a:srgbClr val="1E3A8A"/>
                </a:solidFill>
              </a:defRPr>
            </a:pPr>
            <a:r>
              <a:t>Severity labels + export enable fast manager sign-off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6693408"/>
            <a:ext cx="9326880" cy="31089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Result: proactive pricing governance and fewer margin leaks on high-volume promo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