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Promo Coherence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9875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FD6FF"/>
                </a:solidFill>
              </a:defRPr>
            </a:pPr>
            <a:r>
              <a:t>LLM-Assisted Promotion Conflict Detection for Retail Pricing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62356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13D"/>
                </a:solidFill>
              </a:defRPr>
            </a:pPr>
            <a:r>
              <a:t>Problem</a:t>
            </a:r>
          </a:p>
          <a:p>
            <a:pPr>
              <a:spcBef>
                <a:spcPts val="800"/>
              </a:spcBef>
              <a:defRPr sz="1700">
                <a:solidFill>
                  <a:srgbClr val="2D3A59"/>
                </a:solidFill>
              </a:defRPr>
            </a:pPr>
            <a:r>
              <a:t>Retailers run many parallel promos across web/app/POS</a:t>
            </a:r>
          </a:p>
          <a:p>
            <a:pPr>
              <a:spcBef>
                <a:spcPts val="800"/>
              </a:spcBef>
              <a:defRPr sz="1700">
                <a:solidFill>
                  <a:srgbClr val="2D3A59"/>
                </a:solidFill>
              </a:defRPr>
            </a:pPr>
            <a:r>
              <a:t>Rules are configured in different systems by different teams</a:t>
            </a:r>
          </a:p>
          <a:p>
            <a:pPr>
              <a:spcBef>
                <a:spcPts val="800"/>
              </a:spcBef>
              <a:defRPr sz="1700">
                <a:solidFill>
                  <a:srgbClr val="2D3A59"/>
                </a:solidFill>
              </a:defRPr>
            </a:pPr>
            <a:r>
              <a:t>Unexpected stacking can price items below floor or margin</a:t>
            </a:r>
          </a:p>
          <a:p>
            <a:pPr>
              <a:spcBef>
                <a:spcPts val="800"/>
              </a:spcBef>
              <a:defRPr sz="1700">
                <a:solidFill>
                  <a:srgbClr val="2D3A59"/>
                </a:solidFill>
              </a:defRPr>
            </a:pPr>
            <a:r>
              <a:t>Errors are often discovered after trading losses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257800" cy="4983480"/>
          </a:xfrm>
          <a:prstGeom prst="roundRect">
            <a:avLst/>
          </a:prstGeom>
          <a:solidFill>
            <a:srgbClr val="EBF4FF"/>
          </a:solidFill>
          <a:ln>
            <a:solidFill>
              <a:srgbClr val="A7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916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D47A1"/>
                </a:solidFill>
              </a:defRPr>
            </a:pPr>
            <a:r>
              <a:t>Solution</a:t>
            </a:r>
          </a:p>
          <a:p>
            <a:pPr>
              <a:spcBef>
                <a:spcPts val="800"/>
              </a:spcBef>
              <a:defRPr sz="1700">
                <a:solidFill>
                  <a:srgbClr val="123E7A"/>
                </a:solidFill>
              </a:defRPr>
            </a:pPr>
            <a:r>
              <a:t>Upload promotions JSONL + pricing CSV/Excel</a:t>
            </a:r>
          </a:p>
          <a:p>
            <a:pPr>
              <a:spcBef>
                <a:spcPts val="800"/>
              </a:spcBef>
              <a:defRPr sz="1700">
                <a:solidFill>
                  <a:srgbClr val="123E7A"/>
                </a:solidFill>
              </a:defRPr>
            </a:pPr>
            <a:r>
              <a:t>Deterministic engine flags pricing conflicts (auditable)</a:t>
            </a:r>
          </a:p>
          <a:p>
            <a:pPr>
              <a:spcBef>
                <a:spcPts val="800"/>
              </a:spcBef>
              <a:defRPr sz="1700">
                <a:solidFill>
                  <a:srgbClr val="123E7A"/>
                </a:solidFill>
              </a:defRPr>
            </a:pPr>
            <a:r>
              <a:t>Gemini explains each conflict in plain business language</a:t>
            </a:r>
          </a:p>
          <a:p>
            <a:pPr>
              <a:spcBef>
                <a:spcPts val="800"/>
              </a:spcBef>
              <a:defRPr sz="1700">
                <a:solidFill>
                  <a:srgbClr val="123E7A"/>
                </a:solidFill>
              </a:defRPr>
            </a:pPr>
            <a:r>
              <a:t>Severity tags + exportable report enable fast sign-off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6537960"/>
            <a:ext cx="7040880" cy="41148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Impact: Catch conflicts before go-live and protect 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